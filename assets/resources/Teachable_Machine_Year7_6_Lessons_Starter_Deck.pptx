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Teachable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59E0B"/>
                </a:solidFill>
                <a:latin typeface="Segoe UI"/>
              </a:defRPr>
            </a:pPr>
            <a:r>
              <a:t>Year 7 — 6-Lesson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Starter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Windows PCs  |  No camera or mic needed  |  Image uploads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Teach the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Your first 2-class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Think about 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How do YOU tell the difference between a circle and a triangle?</a:t>
            </a:r>
            <a:br/>
            <a:br/>
            <a:r>
              <a:t>Write down 2 differences.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Could you write exact rules that always work?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What if the circle is wobbly or the triangle is rounded?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teach a computer to tell the difference!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It Learned the Wrong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Bias &amp; the background trick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Imagine this: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 school uses AI to pick students for the football team.</a:t>
            </a:r>
            <a:br/>
            <a:r>
              <a:t>The AI was only trained on photos of boys.</a:t>
            </a:r>
            <a:br/>
            <a:br/>
            <a:r>
              <a:t>What might go wrong?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The AI would never pick girls — not because they can't play,</a:t>
            </a:r>
            <a:br/>
            <a:r>
              <a:t>   but because it never saw examples of girls playing.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This is called BIAS.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create a biased model on purpose, then fix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Training vs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Why we keep test data separate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Think about 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You revise for a maths test by memorising the exact</a:t>
            </a:r>
            <a:br/>
            <a:r>
              <a:t>questions from the textbook.</a:t>
            </a:r>
            <a:br/>
            <a:br/>
            <a:r>
              <a:t>Then the test has completely different questions.</a:t>
            </a:r>
            <a:br/>
            <a:br/>
            <a:r>
              <a:t>Would you do well?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Memorising is not the same as understanding.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A model that only works on images it has seen = OVERFITTING.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split data into TRAIN and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More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3-class model &amp; confusion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Quick quiz: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You've trained a model to recognise circles and triangles.</a:t>
            </a:r>
            <a:br/>
            <a:br/>
            <a:r>
              <a:t>Now you want to add SQUARES.</a:t>
            </a:r>
            <a:br/>
            <a:br/>
            <a:r>
              <a:t>Why might a third class make the model's job harder?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More choices = more chance of confusion.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Squares and triangles both have straight sides.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build a 3-class model and improve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Make It a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Design your own AI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Brainstorm: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Think of 3 real-world problems that could be solved</a:t>
            </a:r>
            <a:br/>
            <a:r>
              <a:t>by a computer that recognises images.</a:t>
            </a:r>
            <a:br/>
            <a:br/>
            <a:r>
              <a:t>Write them down. You have 2 minutes!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Examples: sorting recycling, identifying weeds,</a:t>
            </a:r>
            <a:br/>
            <a:r>
              <a:t>   checking if PPE is worn, reading road signs...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design and build your own AI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Showcase &amp; Mythbusters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Present, reflect, and discuss ethics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32004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Quick fire (2 minutes):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Without looking back, write down as many KEY WORDS</a:t>
            </a:r>
            <a:br/>
            <a:r>
              <a:t>from this unit as you can remember.</a:t>
            </a:r>
            <a:br/>
            <a:br/>
            <a:r>
              <a:t>How many can you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Target words: machine learning, model, class, label,</a:t>
            </a:r>
            <a:br/>
            <a:r>
              <a:t>   training data, test data, accuracy, prediction,</a:t>
            </a:r>
            <a:br/>
            <a:r>
              <a:t>   bias, fairness, overfitting, confidence</a:t>
            </a:r>
          </a:p>
          <a:p>
            <a:pPr>
              <a:spcAft>
                <a:spcPts val="800"/>
              </a:spcAft>
              <a:defRPr sz="1900">
                <a:solidFill>
                  <a:srgbClr val="94A3B8"/>
                </a:solidFill>
                <a:latin typeface="Segoe UI"/>
              </a:defRPr>
            </a:pPr>
            <a:r>
              <a:t>Today you will showcase your product and discuss</a:t>
            </a:r>
            <a:br/>
            <a:r>
              <a:t>   what AI can and cannot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Teachable Machine — Year 7 Unit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